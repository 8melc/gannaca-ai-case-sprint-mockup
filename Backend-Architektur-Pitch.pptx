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Backend-Architektur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wir die Logik nicht ins Mockup programmieren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3291840"/>
            <a:ext cx="1371600" cy="54864"/>
          </a:xfrm>
          <a:prstGeom prst="rect">
            <a:avLst/>
          </a:prstGeom>
          <a:solidFill>
            <a:srgbClr val="E874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gannaca AI Case Sprint | Februar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Problem: Hardcodierte Logik?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914400" cy="36576"/>
          </a:xfrm>
          <a:prstGeom prst="rect">
            <a:avLst/>
          </a:prstGeom>
          <a:solidFill>
            <a:srgbClr val="E8743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36576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Weg A: Starre If/Then-Logik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0" cy="1371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(abteilung === 'HR') {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'DSGVO-kritisch';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(kiPotenzial.includes('Scoring')) {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'AI-Act-Hochrisiko';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Hunderte Regeln noetig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Gesetzesaenderung = Code aendern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Kontext-Verstaendnis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'Dumme' Logik von 2010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3657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280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Weg B: KI-Backend (RAG)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+ Legal-PDFs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2194560"/>
            <a:ext cx="731520" cy="45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23774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KI-Modell analysiert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semantisch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32918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Flexibel: Neues PDF = Neue Regel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Versteht Kontext (Personen vs. Vertraege)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Echte Simulation des Zielbildes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Smarte Logik von 2026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Architektur: So funktioniert 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914400" cy="36576"/>
          </a:xfrm>
          <a:prstGeom prst="rect">
            <a:avLst/>
          </a:prstGeom>
          <a:solidFill>
            <a:srgbClr val="E8743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2286000" cy="1828800"/>
          </a:xfrm>
          <a:prstGeom prst="rect">
            <a:avLst/>
          </a:prstGeom>
          <a:solidFill>
            <a:srgbClr val="F5F7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FRONTEND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(Screen 6)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Sammelt Daten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Exportiert JSON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Keine Logik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34640" y="2194560"/>
            <a:ext cx="731520" cy="0"/>
          </a:xfrm>
          <a:prstGeom prst="line">
            <a:avLst/>
          </a:prstGeom>
          <a:noFill/>
          <a:ln w="254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19202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0" y="1097280"/>
            <a:ext cx="2286000" cy="21945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188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BACKEND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0" y="1463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(KI-Analyse)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49040" y="182880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 + Docs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 Input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Wendet Regeln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semantisch an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2194560"/>
            <a:ext cx="731520" cy="0"/>
          </a:xfrm>
          <a:prstGeom prst="line">
            <a:avLst/>
          </a:prstGeom>
          <a:noFill/>
          <a:ln w="254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9202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58000" y="1280160"/>
            <a:ext cx="2286000" cy="1828800"/>
          </a:xfrm>
          <a:prstGeom prst="rect">
            <a:avLst/>
          </a:prstGeom>
          <a:solidFill>
            <a:srgbClr val="F5F7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OUTPUT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0" y="1645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(Screen 8)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49440" y="19659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Nutzen/Risiko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Compliance-Flags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Top-3 Cases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971800" y="3657600"/>
            <a:ext cx="3657600" cy="1188720"/>
          </a:xfrm>
          <a:prstGeom prst="rect">
            <a:avLst/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7180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Legal-Dokumente (46 PDFs)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971800" y="4114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KRITIS | DSGVO | AI Act | Auditierbarkeit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Haftung | Vendor-Lock-in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3383280"/>
            <a:ext cx="0" cy="27432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Concept: 3 Test-Cases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914400" cy="36576"/>
          </a:xfrm>
          <a:prstGeom prst="rect">
            <a:avLst/>
          </a:prstGeom>
          <a:solidFill>
            <a:srgbClr val="E8743B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2560320"/>
                <a:gridCol w="3657600"/>
                <a:gridCol w="2011680"/>
              </a:tblGrid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 (Screen 6)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KI-Analyse (Backend)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Matrix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Vertragsanalyse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Abt: Legal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Ziel: Risiko-Scoring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KRITIS: Nein (kein operativer Prozess)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Act: Kein Hochrisiko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(Vertraege, nicht Personen)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RISK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VALUE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Reisekosten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Abt: HR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Problem: Belege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DSGVO: Kritisch (Mitarbeiterdaten)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Act: HR = Grenzfall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RISK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DSGVO check!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Compliance-Report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Abt: Compliance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Risiko: Bussgelder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Audit: Hohe Nachvollziehbarkeit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Governance: IDW PS 980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RISK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STRATEGIC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Getestet mit NotebookLM gegen die echten Legal-Dokumente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Uebersetzungs-Logik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914400" cy="36576"/>
          </a:xfrm>
          <a:prstGeom prst="rect">
            <a:avLst/>
          </a:prstGeom>
          <a:solidFill>
            <a:srgbClr val="E874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Einfache Workshop-Sprache wird zu juristischer Praezision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292608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  <a:gridCol w="1828800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Workshop-Eingabe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Backend-Pruefung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Regelwerk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abteilungen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z.B. 'IT', 'Produktion'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Ist das ein KRITIS-Prozess?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(Operative Steuerung = JA)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BSI-KritisV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kiPotenzial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z.B. 'Bewerber bewerten'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Hochrisiko?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(HR, Biometrie, Kritische Infra)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 AI Act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Anhang III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betroffenePersonen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Datenart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Personenbezogene Daten?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DSGVO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Art. 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risiko (1-5)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Priorisierung (Y-Achse)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Wirtschaft-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lichkeit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Fazit fuer dich, Christopher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914400" cy="36576"/>
          </a:xfrm>
          <a:prstGeom prst="rect">
            <a:avLst/>
          </a:prstGeom>
          <a:solidFill>
            <a:srgbClr val="E874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Das Mockup bleibt 'dumm'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Es sammelt Daten und exportiert JSON.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Die Funktionalitaet liegt im Backend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Das Modell wendet Legal-Regeln semantisch an.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Das ist echte Simulation des Zielbildes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Keine Wegwerf-Logik, sondern echte KI.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Wir sind flexibler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Neues PDF = Neue Regel. Kein Code noetig.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E874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0233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simulieren keine Software von 2010,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sondern eine AI-Software von 2026.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Backend-Architektur: AI Case Sprint</dc:title>
  <dc:subject>PptxGenJS Presentation</dc:subject>
  <dc:creator>Melissa Conrads</dc:creator>
  <cp:lastModifiedBy>Melissa Conrads</cp:lastModifiedBy>
  <cp:revision>1</cp:revision>
  <dcterms:created xsi:type="dcterms:W3CDTF">2026-02-02T17:21:03Z</dcterms:created>
  <dcterms:modified xsi:type="dcterms:W3CDTF">2026-02-02T17:21:03Z</dcterms:modified>
</cp:coreProperties>
</file>